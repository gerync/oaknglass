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57" r:id="rId14"/>
  </p:sldIdLst>
  <p:sldSz cx="12192000" cy="6858000"/>
  <p:notesSz cx="6858000" cy="9144000"/>
  <p:embeddedFontLst>
    <p:embeddedFont>
      <p:font typeface="Texturina" pitchFamily="2" charset="-18"/>
      <p:regular r:id="rId15"/>
      <p:bold r:id="rId16"/>
    </p:embeddedFont>
  </p:embeddedFontLst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3F3"/>
    <a:srgbClr val="E5E7EE"/>
    <a:srgbClr val="FBE6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8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20" y="5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1AD9EF8-F5FB-95D1-2CB0-66CCC81D3C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CD41092-DC27-98A8-89C5-1F806EF5FA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172A1D1-A157-D1DB-B38B-F4179873C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7C99B-0B58-45E8-9D36-194E0665B11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DE51E0-DB18-3CC9-2673-969AB40F0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E175EB9-3CCB-D963-E83B-80B42BFEA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7005A-5F02-433D-950A-3FB2CF480DE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1254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DB37932-1333-F3CE-9CAB-C757E0D71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A28FD11-C8E9-72AF-9687-B9EF430E4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6EB97DE-0E00-12A4-EFFB-BE3E585AC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7C99B-0B58-45E8-9D36-194E0665B11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B44697B-8935-5AC7-356E-42F90B81C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CE3217-5CB1-4E12-E24C-CA435F6CE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7005A-5F02-433D-950A-3FB2CF480DE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7930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2560C94-AFF8-2C35-FAF8-8E763D024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D7E705A-5A42-156D-698D-0F93A99438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5C1BE70-2DA4-757E-E565-479134432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7C99B-0B58-45E8-9D36-194E0665B11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B71316C-A5C3-97F1-7C6A-65AD21303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BBED158-5326-B277-C45B-2A4EFF7A5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7005A-5F02-433D-950A-3FB2CF480DE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9535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5F4D1D-050C-576A-9B4B-233C49A8E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B4DD897-F703-9ACA-9615-2E88DC0B85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296927E-11EA-51C9-35C3-D9FFF5DDF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1403A8D5-A75B-BBDB-3808-AED0D7499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7C99B-0B58-45E8-9D36-194E0665B11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2504998-DE05-3E0E-8BD3-F1BB0218F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3CAF66-954B-0CB8-9062-BB06BEC9B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7005A-5F02-433D-950A-3FB2CF480DE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5249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710DFF-D595-A212-0C69-69E6C5C49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9C9E3A5-9C32-A4A9-3734-399CA4DC3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F6BA74-E6D0-F970-E3CC-39266379D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F8DEB59B-C62D-86A5-5387-A7A8304901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1EAFA5C-425B-8091-CAC2-DD64C667E7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04B02214-79BA-85D4-0E87-0B93E780D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7C99B-0B58-45E8-9D36-194E0665B11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0101768A-B933-B2A0-1EC6-56999F3B4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17D30158-BE8F-29F6-8127-6EFC3A036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7005A-5F02-433D-950A-3FB2CF480DE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98867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29F727-2CF5-A300-87BE-AD4CF2028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ABB739BA-8E6E-B8CC-47AF-50ED95460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7C99B-0B58-45E8-9D36-194E0665B11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49AFC310-D197-1ADA-2F0B-CBE5EEB2F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222BA11-D00C-9616-958D-E9911B8AB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7005A-5F02-433D-950A-3FB2CF480DE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20211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84FA29E-1CD4-7E9B-E077-FF7301612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7C99B-0B58-45E8-9D36-194E0665B11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2C12083-AAD2-F5AA-F104-B3FFD7D05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E015C6C-D1D0-3C1E-8038-2864C834B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7005A-5F02-433D-950A-3FB2CF480DE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73847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9062BD4-4A81-CA34-19B9-D6EB0A0C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380E662-02A4-6D3C-D090-1C5618210C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023EF91-EC31-8565-9274-2C610372FF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1994C46D-522C-365E-E839-1099D4FC0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7C99B-0B58-45E8-9D36-194E0665B11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F0D9D2C-3BED-D7B3-F81B-767AA39C3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5ABE30F-D557-04D3-FA7E-110B4FF3B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7005A-5F02-433D-950A-3FB2CF480DE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3709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230CC7-4F58-FE8A-66C5-E897C28CB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BCAF3A1B-0C97-5736-00E6-2B1FD64413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4204CD9-F695-D2FA-4597-C5EFE89A7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D286E21-975C-A07D-54A4-7BDD26124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7C99B-0B58-45E8-9D36-194E0665B11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A7A9985-B553-87B1-DE00-E6D1E4CD4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4228EA9-0E54-9A47-76C0-724E6324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7005A-5F02-433D-950A-3FB2CF480DE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97882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A372A7B-3C3E-3706-E275-0316FEFC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A29AAAA-6F4A-E7AA-9F8E-099B670DE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B981A95-9922-FECD-90BD-15B6F99E0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7C99B-0B58-45E8-9D36-194E0665B11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2266780-1BA1-37E6-13E1-252AF69CF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83CF1D2-DD41-DB3B-D0A2-7033E9A87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7005A-5F02-433D-950A-3FB2CF480DE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6073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DA35B2EF-727E-B1A2-C3FF-C71DAEB698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E3AF620-878C-AABA-CF1D-C9F2628CA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C9E0D4A-B136-29A5-6FD9-D0AD52874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7C99B-0B58-45E8-9D36-194E0665B11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B575CC4-664A-6B7A-5703-3FEA2DA1F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8D6BD65-C159-0B11-343C-4E525AF61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7005A-5F02-433D-950A-3FB2CF480DE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51213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D8C0E30F-54AC-9F66-48E5-71F7A1292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EBDB690-168F-3B50-F267-04B37382ED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CE1CE96-C840-D4F6-FCC2-A9276675E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97C99B-0B58-45E8-9D36-194E0665B11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305D1FA-98B6-FAAA-E86E-71559B1436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B688827-930C-CA4E-CE80-A6AAFC6074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77005A-5F02-433D-950A-3FB2CF480DE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8614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6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5DF14476-7270-A97A-AC32-3DE5ECF39D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4628105"/>
            <a:ext cx="9144000" cy="1655762"/>
          </a:xfrm>
        </p:spPr>
        <p:txBody>
          <a:bodyPr/>
          <a:lstStyle/>
          <a:p>
            <a:pPr algn="r"/>
            <a:r>
              <a:rPr lang="hu-HU" dirty="0"/>
              <a:t>Szücs Gergely, </a:t>
            </a:r>
            <a:r>
              <a:rPr lang="hu-HU" dirty="0">
                <a:latin typeface="Texturina" pitchFamily="2" charset="-18"/>
                <a:ea typeface="Texturina" pitchFamily="2" charset="-18"/>
              </a:rPr>
              <a:t>Katona</a:t>
            </a:r>
            <a:r>
              <a:rPr lang="hu-HU" dirty="0"/>
              <a:t> Zalán</a:t>
            </a:r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86397210-BD8C-835A-0548-3F11F5321F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83404" y="1477775"/>
            <a:ext cx="6025189" cy="2854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812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A9E48B-9088-B899-2CF0-60CB7FEF1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márka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D7A9A47-ECD3-F07D-C615-72E01E465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/>
          <a:lstStyle/>
          <a:p>
            <a:pPr marL="0" indent="0" algn="just">
              <a:buNone/>
            </a:pPr>
            <a:r>
              <a:rPr lang="hu-HU" dirty="0"/>
              <a:t>Az </a:t>
            </a:r>
            <a:r>
              <a:rPr lang="hu-HU" dirty="0" err="1"/>
              <a:t>Oak&amp;Glass</a:t>
            </a:r>
            <a:r>
              <a:rPr lang="hu-HU" dirty="0"/>
              <a:t> egy prémium alkohol italokat forgalmazó márka.</a:t>
            </a:r>
          </a:p>
          <a:p>
            <a:pPr marL="0" indent="0" algn="ctr">
              <a:buNone/>
            </a:pPr>
            <a:r>
              <a:rPr lang="hu-HU" dirty="0"/>
              <a:t>Kínálatunkban több féle ital is megtalálható, például whisky, borok, pálinkák. 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D36B8999-557C-EC5A-D58C-4F78AD1160F0}"/>
              </a:ext>
            </a:extLst>
          </p:cNvPr>
          <p:cNvSpPr txBox="1"/>
          <p:nvPr/>
        </p:nvSpPr>
        <p:spPr>
          <a:xfrm>
            <a:off x="838200" y="4038916"/>
            <a:ext cx="10515600" cy="1384995"/>
          </a:xfrm>
          <a:prstGeom prst="rect">
            <a:avLst/>
          </a:prstGeom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just"/>
            <a:r>
              <a:rPr lang="hu-HU" sz="2800" dirty="0"/>
              <a:t>Webshopunkon termékeink mellett blog bejegyzések is olvashatók, melyek bemutatást adnak a felsőpolcos italainkról, és egyéb tippeket fogyasztásukról.</a:t>
            </a:r>
          </a:p>
        </p:txBody>
      </p:sp>
    </p:spTree>
    <p:extLst>
      <p:ext uri="{BB962C8B-B14F-4D97-AF65-F5344CB8AC3E}">
        <p14:creationId xmlns:p14="http://schemas.microsoft.com/office/powerpoint/2010/main" val="19268136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A429886-72E6-D888-D62C-04F7A0FCD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>
            <a:normAutofit/>
          </a:bodyPr>
          <a:lstStyle/>
          <a:p>
            <a:r>
              <a:rPr lang="hu-HU" dirty="0"/>
              <a:t>Frontend</a:t>
            </a:r>
          </a:p>
        </p:txBody>
      </p:sp>
    </p:spTree>
    <p:extLst>
      <p:ext uri="{BB962C8B-B14F-4D97-AF65-F5344CB8AC3E}">
        <p14:creationId xmlns:p14="http://schemas.microsoft.com/office/powerpoint/2010/main" val="1544317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CCC6F9-F98E-56C6-D2EC-64F1F680C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Főoldal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7DC12AD-C236-2260-68BD-08667086E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576"/>
            <a:ext cx="10515600" cy="3408848"/>
          </a:xfrm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hu-HU" dirty="0"/>
              <a:t>Oldalunkra lépve a felhasználót egy kép „körhinta” fogadja, amin felkapott termékek láthatók.</a:t>
            </a:r>
          </a:p>
          <a:p>
            <a:pPr marL="0" indent="0">
              <a:buNone/>
            </a:pPr>
            <a:endParaRPr lang="hu-HU" dirty="0"/>
          </a:p>
          <a:p>
            <a:pPr marL="0" indent="0" algn="just">
              <a:buNone/>
            </a:pPr>
            <a:r>
              <a:rPr lang="hu-HU" dirty="0"/>
              <a:t>Ez alatt található egy naptár, ami a mai napot mutatja, valamint a blog bejegyzéseket tartalmazó szekció.</a:t>
            </a:r>
          </a:p>
          <a:p>
            <a:pPr marL="0" indent="0" algn="just">
              <a:buNone/>
            </a:pPr>
            <a:endParaRPr lang="hu-HU" dirty="0"/>
          </a:p>
          <a:p>
            <a:pPr marL="0" indent="0" algn="just">
              <a:buNone/>
            </a:pPr>
            <a:r>
              <a:rPr lang="hu-HU" dirty="0"/>
              <a:t>A blog bejegyzésekre kattintva megnyitható a tartalmuk</a:t>
            </a:r>
          </a:p>
        </p:txBody>
      </p:sp>
    </p:spTree>
    <p:extLst>
      <p:ext uri="{BB962C8B-B14F-4D97-AF65-F5344CB8AC3E}">
        <p14:creationId xmlns:p14="http://schemas.microsoft.com/office/powerpoint/2010/main" val="1663790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348FB1-26E3-C7A5-B044-072D0EBB1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Navigációs sáv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7BD2953-9FBB-1D6A-0568-232543C49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/>
          <a:lstStyle/>
          <a:p>
            <a:pPr marL="0" indent="0">
              <a:buNone/>
            </a:pPr>
            <a:r>
              <a:rPr lang="hu-HU" dirty="0"/>
              <a:t>A navigációs menü 3 részre oszlik. 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dirty="0"/>
              <a:t>Bal szélétől kezdve a szabadon elérhető oldalak találhatók: kezdőlap, termékek, rólunk.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dirty="0"/>
              <a:t>A menü jobb oldalán a bejelentkezés, valamint bejelentkezés után a profil menüpontok kapnak helyet.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dirty="0"/>
              <a:t>A sáv jobb szélén található a megjelenítési módot váltó kapcsoló.</a:t>
            </a:r>
          </a:p>
        </p:txBody>
      </p:sp>
    </p:spTree>
    <p:extLst>
      <p:ext uri="{BB962C8B-B14F-4D97-AF65-F5344CB8AC3E}">
        <p14:creationId xmlns:p14="http://schemas.microsoft.com/office/powerpoint/2010/main" val="3616836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E4464F4-B9B1-A660-3AF8-285C6FEE8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Bejelentkezési menü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A3D3113-E7AC-AEC9-63F6-4DB52036D4B4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/>
          <a:lstStyle/>
          <a:p>
            <a:pPr marL="0" indent="0">
              <a:buNone/>
            </a:pPr>
            <a:r>
              <a:rPr lang="hu-HU" dirty="0"/>
              <a:t>A bejelentkezési menü egy felugró menüben kap helyet a regisztrációval együtt. </a:t>
            </a:r>
          </a:p>
          <a:p>
            <a:pPr marL="0" indent="0">
              <a:buNone/>
            </a:pPr>
            <a:r>
              <a:rPr lang="hu-HU" dirty="0"/>
              <a:t>A két menü egy kapcsolóval válható.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dirty="0"/>
              <a:t>A bejelentkezési menün megtalálható egy „Elfelejtett jelszó” gomb, ami jelszó visszaállító email küldését kezdeményezi.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dirty="0"/>
              <a:t>A regisztrációs menün helyet kapott egy jelölőnégyzet, ami hírlevélre való feliratkozásra ad lehetőséget.</a:t>
            </a: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80019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8403D9-B142-C10D-D89D-1C77A780F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Profil menüpont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CC429A1-3358-9381-E17B-BD95E85BF4FB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/>
          <a:lstStyle/>
          <a:p>
            <a:pPr marL="0" indent="0">
              <a:buNone/>
            </a:pPr>
            <a:r>
              <a:rPr lang="hu-HU" dirty="0"/>
              <a:t>A profil menü helyet ad a </a:t>
            </a:r>
          </a:p>
          <a:p>
            <a:pPr>
              <a:buFontTx/>
              <a:buChar char="-"/>
            </a:pPr>
            <a:r>
              <a:rPr lang="hu-HU" dirty="0"/>
              <a:t>profil adatait tartalmazó oldalnak,</a:t>
            </a:r>
          </a:p>
          <a:p>
            <a:pPr>
              <a:buFontTx/>
              <a:buChar char="-"/>
            </a:pPr>
            <a:r>
              <a:rPr lang="hu-HU" dirty="0"/>
              <a:t>a kedvenc termékeknek,</a:t>
            </a:r>
          </a:p>
          <a:p>
            <a:pPr>
              <a:buFontTx/>
              <a:buChar char="-"/>
            </a:pPr>
            <a:r>
              <a:rPr lang="hu-HU" dirty="0"/>
              <a:t>kosárnak,</a:t>
            </a:r>
          </a:p>
          <a:p>
            <a:pPr>
              <a:buFontTx/>
              <a:buChar char="-"/>
            </a:pPr>
            <a:r>
              <a:rPr lang="hu-HU" dirty="0"/>
              <a:t>előző rendeléseknek,</a:t>
            </a:r>
          </a:p>
          <a:p>
            <a:pPr>
              <a:buFontTx/>
              <a:buChar char="-"/>
            </a:pPr>
            <a:r>
              <a:rPr lang="hu-HU" dirty="0"/>
              <a:t>és a kijelentkezés gombnak.</a:t>
            </a:r>
          </a:p>
        </p:txBody>
      </p:sp>
    </p:spTree>
    <p:extLst>
      <p:ext uri="{BB962C8B-B14F-4D97-AF65-F5344CB8AC3E}">
        <p14:creationId xmlns:p14="http://schemas.microsoft.com/office/powerpoint/2010/main" val="133358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E07984-100E-4D23-1D14-8A073DEFE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Kedvencek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2B3E0E4-AF70-191E-C6D1-FF6D25F00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34918"/>
            <a:ext cx="10515600" cy="1188163"/>
          </a:xfrm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/>
          <a:lstStyle/>
          <a:p>
            <a:pPr marL="0" indent="0">
              <a:buNone/>
            </a:pPr>
            <a:r>
              <a:rPr lang="hu-HU" dirty="0"/>
              <a:t>Ezen az oldalon a felhasználó megtekintheti a mentett kedvenceit, valamint törölheti azokat</a:t>
            </a:r>
          </a:p>
        </p:txBody>
      </p:sp>
    </p:spTree>
    <p:extLst>
      <p:ext uri="{BB962C8B-B14F-4D97-AF65-F5344CB8AC3E}">
        <p14:creationId xmlns:p14="http://schemas.microsoft.com/office/powerpoint/2010/main" val="2937745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498871-B1DB-9D38-76EA-442C283B6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Kosár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DD7FEB0-6A8D-881E-8FA3-73A812E6B2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565433" cy="1085526"/>
          </a:xfrm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/>
          <a:lstStyle/>
          <a:p>
            <a:pPr marL="0" indent="0">
              <a:buNone/>
            </a:pPr>
            <a:r>
              <a:rPr lang="hu-HU" dirty="0"/>
              <a:t>A kosár oldal a felhasználó által megvásárolni kívánt termékek felsorolását tartalmazza.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3235A479-C505-B97E-3DF8-4C03ACE09804}"/>
              </a:ext>
            </a:extLst>
          </p:cNvPr>
          <p:cNvSpPr txBox="1"/>
          <p:nvPr/>
        </p:nvSpPr>
        <p:spPr>
          <a:xfrm>
            <a:off x="1313283" y="3613031"/>
            <a:ext cx="9565433" cy="954107"/>
          </a:xfrm>
          <a:prstGeom prst="rect">
            <a:avLst/>
          </a:prstGeom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2800" dirty="0"/>
              <a:t>Itt módosítható a rendelni kívánt mennyiség, törölhető az adott elem, vagy kiüríthető a teljes kosár.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16FD85F-21CD-8A3A-F391-48AC387C4DEC}"/>
              </a:ext>
            </a:extLst>
          </p:cNvPr>
          <p:cNvSpPr txBox="1"/>
          <p:nvPr/>
        </p:nvSpPr>
        <p:spPr>
          <a:xfrm>
            <a:off x="1788367" y="5269018"/>
            <a:ext cx="9565433" cy="954107"/>
          </a:xfrm>
          <a:prstGeom prst="rect">
            <a:avLst/>
          </a:prstGeom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r"/>
            <a:r>
              <a:rPr lang="hu-HU" sz="2800" dirty="0"/>
              <a:t>Az oldal tartalmazza a kosár teljes értékét is, valamint a rendelést is ezen itt lehet leadni.</a:t>
            </a:r>
          </a:p>
        </p:txBody>
      </p:sp>
    </p:spTree>
    <p:extLst>
      <p:ext uri="{BB962C8B-B14F-4D97-AF65-F5344CB8AC3E}">
        <p14:creationId xmlns:p14="http://schemas.microsoft.com/office/powerpoint/2010/main" val="3090246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B58FDF-5FF9-B59E-1ABA-0D5415EEF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Véglegesítés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DF43483-0AC2-FDC8-466D-9A6C4176AE02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/>
          <a:lstStyle/>
          <a:p>
            <a:pPr marL="0" indent="0">
              <a:buNone/>
            </a:pPr>
            <a:r>
              <a:rPr lang="hu-HU" dirty="0"/>
              <a:t>A rendelés leadása gomb egy új oldalra viszi a felhasználót, ahol még egyszer ellenőrizheti az adatait.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dirty="0"/>
              <a:t>A rendelés leadása előtt a felhasználónak meg kell adnia számlázási/szállítási adatait, a fizetés módját, valamint az ahhoz szükséges adatokat.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dirty="0"/>
              <a:t>A felhasználó a rendelés véglegesítése gombbal tudja leadni rendelését.</a:t>
            </a:r>
          </a:p>
        </p:txBody>
      </p:sp>
    </p:spTree>
    <p:extLst>
      <p:ext uri="{BB962C8B-B14F-4D97-AF65-F5344CB8AC3E}">
        <p14:creationId xmlns:p14="http://schemas.microsoft.com/office/powerpoint/2010/main" val="28385937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01C66D5-E81A-B097-F2F9-B0990B855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Termékek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70C054D-D7A0-DA1A-B409-81609141CD0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hu-HU" dirty="0"/>
              <a:t>A termékek oldal két fő részből áll. Az első rész a szűrés és rendezés.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hu-HU" dirty="0"/>
              <a:t>Lehetőség van keresésre, az italok minden tulajdonsága szerinti szűrésre valamint rendezésre is több szempont alapján.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hu-HU" dirty="0"/>
              <a:t>A második részen a termékek felsorolása található. Minden terméken található csillag gombbal helyezhető az adott termék kedvencek közé.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hu-HU" dirty="0"/>
              <a:t>Az oldal alján helyet kap egy oldal váltó gomb is.</a:t>
            </a:r>
          </a:p>
        </p:txBody>
      </p:sp>
    </p:spTree>
    <p:extLst>
      <p:ext uri="{BB962C8B-B14F-4D97-AF65-F5344CB8AC3E}">
        <p14:creationId xmlns:p14="http://schemas.microsoft.com/office/powerpoint/2010/main" val="39582081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56868A-9C24-C1F4-92C2-71C99F726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Rólunk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D703872-492B-1215-0820-4002D34F3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3620"/>
            <a:ext cx="10515600" cy="1430759"/>
          </a:xfrm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/>
          <a:lstStyle/>
          <a:p>
            <a:pPr marL="0" indent="0">
              <a:buNone/>
            </a:pPr>
            <a:r>
              <a:rPr lang="hu-HU" dirty="0"/>
              <a:t>A rólunk oldalon a felhasználó cégünk történetébe kaphat betekintést, valamint megismerkedhet a weboldalért felelős fejlesztőcsapattal.</a:t>
            </a:r>
          </a:p>
        </p:txBody>
      </p:sp>
    </p:spTree>
    <p:extLst>
      <p:ext uri="{BB962C8B-B14F-4D97-AF65-F5344CB8AC3E}">
        <p14:creationId xmlns:p14="http://schemas.microsoft.com/office/powerpoint/2010/main" val="6686035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9EB0A09-B667-DEA9-EF7F-81B705D7E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  <a:solidFill>
            <a:srgbClr val="FFF3F3"/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</p:spPr>
        <p:txBody>
          <a:bodyPr/>
          <a:lstStyle/>
          <a:p>
            <a:pPr algn="ctr"/>
            <a:r>
              <a:rPr lang="hu-HU" dirty="0">
                <a:latin typeface="Texturina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1081850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1. egyéni séma">
      <a:dk1>
        <a:sysClr val="windowText" lastClr="000000"/>
      </a:dk1>
      <a:lt1>
        <a:srgbClr val="FBE6E9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1. egyéni séma">
      <a:majorFont>
        <a:latin typeface="Texturina"/>
        <a:ea typeface=""/>
        <a:cs typeface=""/>
      </a:majorFont>
      <a:minorFont>
        <a:latin typeface="Texturi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431</Words>
  <Application>Microsoft Office PowerPoint</Application>
  <PresentationFormat>Szélesvásznú</PresentationFormat>
  <Paragraphs>54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6" baseType="lpstr">
      <vt:lpstr>Arial</vt:lpstr>
      <vt:lpstr>Texturina</vt:lpstr>
      <vt:lpstr>Office-téma</vt:lpstr>
      <vt:lpstr>PowerPoint-bemutató</vt:lpstr>
      <vt:lpstr>A márka</vt:lpstr>
      <vt:lpstr>Frontend</vt:lpstr>
      <vt:lpstr>Főoldal</vt:lpstr>
      <vt:lpstr>Navigációs sáv</vt:lpstr>
      <vt:lpstr>Bejelentkezési menü</vt:lpstr>
      <vt:lpstr>Profil menüpont</vt:lpstr>
      <vt:lpstr>Kedvencek</vt:lpstr>
      <vt:lpstr>Kosár</vt:lpstr>
      <vt:lpstr>Véglegesítés</vt:lpstr>
      <vt:lpstr>Termékek</vt:lpstr>
      <vt:lpstr>Rólunk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Zalán Katona</dc:creator>
  <cp:lastModifiedBy>Zalán Katona</cp:lastModifiedBy>
  <cp:revision>2</cp:revision>
  <dcterms:created xsi:type="dcterms:W3CDTF">2026-03-03T18:00:34Z</dcterms:created>
  <dcterms:modified xsi:type="dcterms:W3CDTF">2026-03-03T19:20:54Z</dcterms:modified>
</cp:coreProperties>
</file>